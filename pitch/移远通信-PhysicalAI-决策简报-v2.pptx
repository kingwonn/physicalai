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移远通信 × PHYSICAL AI · 决策简报 V2 · 2026-07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一条摊销曲线,</a:t>
            </a:r>
            <a:endParaRPr lang="en-US" sz="4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一场七十年的战争,</a:t>
            </a:r>
            <a:endParaRPr lang="en-US" sz="4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一门现在就赚钱的生意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受众:创始人 + 销售/市场 VP   ·   基于 65 页对抗核查知识库:12 家数据公司找茬式档案 · 全行业 8 大 pattern · 三代产品设计与红队复审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每个数字可溯源 · 每个判断带“算我说错”的日期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 · 开场钩子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这个行业到底在争什么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人类的操作技能第一次可能像软件——训练一次、零成本复制、全机队摊销、永不跳槽。
</a:t>
            </a:r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2B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全行业的股权战争,争的就是这条摊销曲线的所有权。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学术界为“智能需不需要身体”打了七十年(1956 达特茅斯至今),这场战争第一次拿到裁决日期: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2027–2029,由真机实验开票。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18242B"/>
          </a:solidFill>
          <a:ln w="19050">
            <a:solidFill>
              <a:srgbClr val="0C8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34340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2B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为什么一家模组厂要看这份材料?
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无论最后谁赢下那条曲线——美国的模型实验室、中国的本体厂、还是平台巨头——曲线的每一个字节都必须先经过传感器、时钟和通信模组。打仗的人可能输,收过路费的位置始终有人路过。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“先说结论:我们不赌谁赢,我们收过路费——但这次的过路费,和上一版讲的不一样。”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· 判断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这是“扩张”,不是“进入”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928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已在场的牌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89280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算力模组梯队:SG885G 48 TOPS → CES 2026 旗舰 SP895BD-AP 77 TOPS;Robrain×LimX 联合方案;给宇树量产的 5G 模组;定增含 AI 机器人方案的 ¥4.11 亿产业化项目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2724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的答案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3127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“军火商:卖铲子,不赌淘金者”——方向正确,但一年后需要升级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361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的修正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361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家数据公司对抗性档案发现:“卖铲人”话术已烂大街,觅蜂、灵初的融资剧本与我们几乎逐字撞车——再用等于自毁差异化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站位升级:</a:t>
            </a:r>
            <a:pPr indent="0" marL="0">
              <a:buNone/>
            </a:pPr>
            <a:r>
              <a:rPr lang="en-US" sz="1600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不是卖铲,是卖</a:t>
            </a:r>
            <a:pPr indent="0" marL="0">
              <a:buNone/>
            </a:pPr>
            <a:r>
              <a:rPr lang="en-US" sz="1600" b="1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器械</a:t>
            </a:r>
            <a:pPr indent="0" marL="0">
              <a:buNone/>
            </a:pPr>
            <a:r>
              <a:rPr lang="en-US" sz="1600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,并持有一张全行业没人做的</a:t>
            </a:r>
            <a:pPr indent="0" marL="0">
              <a:buNone/>
            </a:pPr>
            <a:r>
              <a:rPr lang="en-US" sz="1600" b="1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计量期权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  </a:t>
            </a:r>
            <a:pPr indent="0" marL="0">
              <a:buNone/>
            </a:pPr>
            <a:r>
              <a:rPr lang="en-US" sz="1200" i="1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“这一年我们把每一家'卖铲子'的都查了个底朝天——查完发现,铲子摊上全是人,但有个摊位空着。”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· 蛋糕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三个盘,别混为一谈(as of 2026-07)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2062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整机硬件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全球 ~5 万台 ≈ ~$20 亿;组装费池仅 $1.2–2 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真实但极小(2025 实际出货 1.3–1.8 万台,中国占 &gt;80%)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零部件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Goldman 2035 情形 ~$130–150 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中国已占的层 15–20%/年通缩,红海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“$40–50T 劳动力”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黄仁勋口径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是工资不是硬件,融资修辞,不进模型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这三个盘 v1 已讲透。v2 加了第四个数——它才是本次决策的关键。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  </a:t>
            </a:r>
            <a:pPr indent="0" marL="0">
              <a:buNone/>
            </a:pPr>
            <a:r>
              <a:rPr lang="en-US" sz="1200" i="1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“整机小、零件红海、$50T 是修辞——那我们图什么?图下一页那个数。”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· 诚实概率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第四个数:低概率恰恰是我们的多头案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4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P≈0.30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“机器人数据像 LLM 一样进入自我复制通道”在 2030 年前发生的诚实估计(区间 0.25–0.35)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0" y="1920240"/>
            <a:ext cx="6675120" cy="1828800"/>
          </a:xfrm>
          <a:prstGeom prst="roundRect">
            <a:avLst>
              <a:gd name="adj" fmla="val 5000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21031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为什么低?通道是一道经济学不等式:
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能力每上一个台阶要 10 倍小时,而采集成本每个量级只降 2–3 倍——缺口 3–5 倍,靠工资填。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3977640"/>
            <a:ext cx="6675120" cy="1554480"/>
          </a:xfrm>
          <a:prstGeom prst="roundRect">
            <a:avLst>
              <a:gd name="adj" fmla="val 5882"/>
            </a:avLst>
          </a:prstGeom>
          <a:solidFill>
            <a:srgbClr val="0F171C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41605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2B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这对我们是利好: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通道打不开,数据就永远要专门制造,制造就永远要买器械。</a:t>
            </a:r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通道的空头案,就是卖水人的多头案。曲线越贵,水越贵。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  </a:t>
            </a:r>
            <a:pPr indent="0" marL="0">
              <a:buNone/>
            </a:pPr>
            <a:r>
              <a:rPr lang="en-US" sz="1200" i="1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“我给这个行业最性感的故事只打三成概率——然后我要告诉你,为什么这三成恰恰是我们该进场的理由。”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· 数据军备竞赛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家找茬式档案,挖出三条铁律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5720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点名例子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 谁在付钱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付钱的是母公司和政府;全行业具名的真外部数据买家 ≈ 只有 Scale 一家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觅蜂的买家是持股它的智元(¥1,000+/h);Scale 靠 Meta 年付 ≥$4.5 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 铲子有价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金子无市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唯一被验证的收入形态是器械/传感器零售;数据小时价降不动,因为里面是工资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帕西尼传感器 10 万元 → ¥199(约 500×);遥操两年才降 65%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P7 收编终局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数据层不被允许独立:巨头正在系统性买断“卖铲人”股权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智元 75% 控股觅蜂;Meta $143 亿买 Scale 49%;NVIDIA 同坐 Generalist/光轮/Scale 三桌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96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家档案全部在知识库,老板追问任何一格都能翻到原始出处。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  </a:t>
            </a:r>
            <a:pPr indent="0" marL="0">
              <a:buNone/>
            </a:pPr>
            <a:r>
              <a:rPr lang="en-US" sz="1200" i="1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“军备竞赛打到现在:买单的是爹和政府,赚钱的是卖工具的,裁判席上一个人都没有。”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· 空腔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没人坐的位置,和替我们画好的客户名单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4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D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家、合计融资折数百亿人民币——做计量的公司数量。没人给数据配可核验的误差账本;市场连计价单位都不统一(¥200–1,000+/h 与按条计价并存)。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920240"/>
            <a:ext cx="6766560" cy="3566160"/>
          </a:xfrm>
          <a:prstGeom prst="roundRect">
            <a:avLst>
              <a:gd name="adj" fmla="val 2564"/>
            </a:avLst>
          </a:prstGeom>
          <a:solidFill>
            <a:srgbClr val="18242B"/>
          </a:solidFill>
          <a:ln w="19050">
            <a:solidFill>
              <a:srgbClr val="0C8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66360" y="2148840"/>
            <a:ext cx="612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12B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P7 替我们画好的客户名单
</a:t>
            </a:r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觅蜂被智元 75% 控股 —— 每一家非智元本体厂向它买数据,都是在给自己最大的竞争对手输血。
</a:t>
            </a:r>
            <a:pPr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宇树、星海图、傅利叶、优必选……它们全是我们的天然客户。中立性不是口号,是对手股权结构里写死的、我们独有的商品。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“裁判席就是我们的位置——但先别急着坐上去收钱。”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S4 · 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 + 三条车道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F171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器械商,持有计量期权。</a:t>
            </a:r>
            <a:pPr indent="0" marL="0">
              <a:buNone/>
            </a:pPr>
            <a:r>
              <a:rPr lang="en-US" sz="1200" dirty="0">
                <a:solidFill>
                  <a:srgbClr val="8FA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(对外永不裸用“卖铲人”——已与觅蜂/灵初剧本撞车)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4206240"/>
                <a:gridCol w="12801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可防御性(诚实分级)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近期资源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器械(现金流)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认证采集器械 + 传感头模组,卖给所有采集方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靠产品与量产 DNA;P4 唯一被验证的收入形态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中立多本体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传感头 design-in 卖给全部非智元系本体厂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靠对手的股权枷锁(75%),结构性但借来的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计量院(期权)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误差分布随货附赠、认证审计 SaaS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护城河最深(真仪器活,对手补课 ≥2–3 季度),但 2026 年没有为尺子付钱的买家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最少,养着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尺子是对的,时候是错的。</a:t>
            </a:r>
            <a:pPr indent="0" marL="0">
              <a:buNone/>
            </a:pPr>
            <a:r>
              <a:rPr lang="en-US" sz="1300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用铲子的钱养着尺子;三个行权信号(首笔具名外部数据交易 / 监管强制披露 / 假认证暴雷)任一触发,立刻加注。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  </a:t>
            </a:r>
            <a:pPr indent="0" marL="0">
              <a:buNone/>
            </a:pPr>
            <a:r>
              <a:rPr lang="en-US" sz="1200" i="1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“三条车道,今天只有一条收钱——但另外两条是别人股权结构里写死了做不了的。”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S5 · 产品与打法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三步最小后悔:先卖秤,再决定开粮仓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1463040"/>
                <a:gridCol w="274320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放行门禁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 传感头模组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授权 IP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采集=部署同构的传感头板卡(立体相机+硬触发 IMU+时间戳岛);VIO/触觉前端做授权 IP——纯模组厂 DNA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~$3–8M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 11 台架门禁 + ≥1 家本体厂 design-in;失败退守标准模组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 认证采集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器械 SKU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三件套卖给数据工厂,不自营数据:蝉(被动穿戴 ~$250)· 螳(手持爪 ≤$500,带力通道)· 砧(计量台架 $8–14k,随货误差报告)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~$2–5M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 1,000 套毛利为正 + 1 家锚定客户;不依赖任何 scaling 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 语料层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(期权)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独立主体持语料与认证云,只做力/失败-修正等稀缺 SKU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~$25M+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默认不花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双门禁:≥3 类具名买家付费 LOI + 关键消融出数;不过则永久停在步 1+2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766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董事会语言:先证伪、后花钱。</a:t>
            </a:r>
            <a:pPr indent="0" marL="0">
              <a:buNone/>
            </a:pPr>
            <a:r>
              <a:rPr lang="en-US" sz="1200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每笔大 capex 前站着两道门——实验门(消融证明钱买得到能力)+ 收入门(具名客户证明有人付钱);任一不开,钱不出库,降级路径预先写死。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  </a:t>
            </a:r>
            <a:pPr indent="0" marL="0">
              <a:buNone/>
            </a:pPr>
            <a:r>
              <a:rPr lang="en-US" sz="1200" i="1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“步 1 加步 2 一共 $5–13M,是'通道开不开都赚钱'的生意,附赠一张步 3 的期权。”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S6 · 风险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诚实的看空面(不摆看空面的材料不可信)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内容与对策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数据收入 = 0 压力测试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现金流按“数据侧收入为零直至 2027-H2”跑仍须为正——步 1+2 满足,步 3 正因此默认不花钱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断裂日历 2026-12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MIIT 实训专项年底到期 = 品类第一个集中清算点;断裂顺序:仪式签约→展示采购→数据货架→众包零工→纯数据商。2026-12 前不签任何依赖“数据买家出现”的承诺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表演性认证占位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若标委会/CAICT 推出无实测“认证”会先吸走合规预算——对策:横评抢发,等它暴雷(暴雷是我们期权的行权触发器)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我们自己的中立性命门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中国模组厂身份在美国买家眼里与觅蜂同类。主体拆分(硬件留上市公司、认证/语料入中性辖区)是前置条件不是优化项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 老风险仍在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芯片原厂直供整机的去中间化;2026 出货基数极小(~5 万台);时间表全行业习惯性跳票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  </a:t>
            </a:r>
            <a:pPr indent="0" marL="0">
              <a:buNone/>
            </a:pPr>
            <a:r>
              <a:rPr lang="en-US" sz="1200" i="1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“最疼的是第四条——中立是我们要卖的商品,而我们的身份天生不中立。拆分不是法务问题,是产品问题。”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S7 · 判据日历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老板可以拿这张表考核我们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6858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哨点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可证伪判据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8C8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 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同步台架实验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全案最便宜的一票:实测不达标 → 相关卖点降级,不进 SLA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 11–13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精度门 + 收入门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并列 ≥3 类具名买家付费 LOI;任一失败 → 步 3 永不开,退守器械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2026-11-30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MIIT 专项交卷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之后数国营训练场关停/缩编 → 检验断裂顺序与现金流假设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觅蜂数据货架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 &lt;1,000 条且再融资 → “小时数=融资抵押物”坐实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2026–27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帕西尼港股招股书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全行业第一份强制披露:预测数据收入占比 &lt;10%、客户过半是股东;反向则全案重估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首笔具名外部数据交易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出现即计量期权行权窗打开,车道 1 加注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2027-12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X1 裁决票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6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若无“同一技能权重跨 ≥2 类本体 OTA+第三方验证”,技能资本化降格为叙事——那个世界器械是永久生意,对我们反而更有利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5F5"/>
          </a:solidFill>
          <a:ln w="12700">
            <a:solidFill>
              <a:srgbClr val="DCE2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  </a:t>
            </a:r>
            <a:pPr indent="0" marL="0">
              <a:buNone/>
            </a:pPr>
            <a:r>
              <a:rPr lang="en-US" sz="1200" i="1" dirty="0">
                <a:solidFill>
                  <a:srgbClr val="5566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“每一行都写着日期和'算我说错'的条件——一年后拿它来对账,我们赌的每一分钱都对得上一个格子。”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S8 ·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今天请拍板的三件事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56232"/>
            <a:ext cx="566928" cy="566928"/>
          </a:xfrm>
          <a:prstGeom prst="ellipse">
            <a:avLst/>
          </a:prstGeom>
          <a:solidFill>
            <a:srgbClr val="E459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691640"/>
            <a:ext cx="9784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批准步 1 + 步 2,合计 $5–13M
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D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“scaling 通道开不开都赚钱”的器械+模组生意,同时买下步 3 期权;步 3 的 ~$25M+ 今天不申请、不承诺,锁在双门禁后面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3026664"/>
            <a:ext cx="566928" cy="566928"/>
          </a:xfrm>
          <a:prstGeom prst="ellipse">
            <a:avLst/>
          </a:prstGeom>
          <a:solidFill>
            <a:srgbClr val="0C8C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26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862072"/>
            <a:ext cx="9784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把门禁写进治理
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D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 1 台架、月 11–13 精度门+收入门设为董事会级评审点;判据日历每季度对账;任何门未过而申请花钱 = 违规,按预案降级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4197096"/>
            <a:ext cx="566928" cy="566928"/>
          </a:xfrm>
          <a:prstGeom prst="ellipse">
            <a:avLst/>
          </a:prstGeom>
          <a:solidFill>
            <a:srgbClr val="0C8C8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97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4032504"/>
            <a:ext cx="9784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一个组织动作
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D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组建最小编制的计量/仪器小队(三条车道里唯一抄不走的活);启动认证主体拆分的法务预研——预研便宜,临时抱佛脚贵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53492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8242B"/>
          </a:solidFill>
          <a:ln w="19050">
            <a:solidFill>
              <a:srgbClr val="E459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34924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七十年的战争第一次有了开票日;开票前,所有阵营都得买秤——我们批 $5–13M 去当那个卖秤的,并留一张裁判席的期权,一分钱不多花。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2026-07-12T12:58:04Z</dcterms:created>
  <dcterms:modified xsi:type="dcterms:W3CDTF">2026-07-12T12:58:04Z</dcterms:modified>
</cp:coreProperties>
</file>